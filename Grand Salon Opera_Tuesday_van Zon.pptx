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386F52-C864-42A1-B115-887244E64B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89BB460-5686-4F0C-8F04-0CA3ADF894CC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2026-05-24T21:16:36Z</dcterms:created>
  <dc:creator/>
  <dc:description/>
  <dc:language>en-GB</dc:language>
  <cp:lastModifiedBy/>
  <dcterms:modified xsi:type="dcterms:W3CDTF">2026-05-24T21:35:57Z</dcterms:modified>
  <cp:revision>2</cp:revision>
  <dc:subject/>
  <dc:title/>
</cp:coreProperties>
</file>